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C2626"/>
                </a:solidFill>
              </a:defRPr>
            </a:pPr>
            <a:r>
              <a:t>RoadSoS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The AI Companion that turns every bystander into a first responder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</a:defRPr>
            </a:pPr>
            <a:r>
              <a:t>Saving lives in the Golden Hour through AI-driven triage,</a:t>
            </a:r>
            <a:br/>
            <a:r>
              <a:t>location-aware emergency dispatch, and voice-first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</a:defRPr>
            </a:pPr>
            <a:r>
              <a:t>CoERS, IIT Madras  |  Road Safety Hackathon 2026  |  Team RBG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DC2626"/>
                </a:solidFill>
              </a:defRPr>
            </a:pPr>
            <a:r>
              <a:t>1.19M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lives lost on roads every year — half within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CA5A5"/>
                </a:solidFill>
              </a:defRPr>
            </a:pPr>
            <a:r>
              <a:t>"Most aren't killed by the crash. They're killed by the wait."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</a:defRPr>
            </a:pPr>
            <a:r>
              <a:t>Metric                              Global          BIMSTEC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Ambulance response (urban)          8–12 min        20–35 min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Ambulance response (rural)          15–25 min       45–90+ min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Bystander first-aid rate            15–25%          &lt; 5%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Deaths within Golden Hour           ~50%            60–70%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A multi-modal AI emergency companion that orchestrates the entire chain of survival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⚡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One tap, zero friction.</a:t>
            </a:r>
            <a:br/>
            <a:r>
              <a:t>No login walls.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🗣 Vernacular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834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8+ BIMSTEC languages.</a:t>
            </a:r>
            <a:br/>
            <a:r>
              <a:t>Code-mixed speech.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📶 Resilient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834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Offline-first. SMS fallback.</a:t>
            </a:r>
            <a:br/>
            <a:r>
              <a:t>One bar of signal is enough.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</a:defRPr>
            </a:pPr>
            <a:r>
              <a:t>PWA  ·  WhatsApp  ·  IVR Voice  ·  SMS  ·  AR 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11 PM, NH-37 Assam. A passing driver, Ravi, stops at a crash scene.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37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37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Ravi taps SOS on PWA — or sends "SOS" on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31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GPS locked. AI asks triage questions in Assamese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</a:defRPr>
            </a:pPr>
            <a:r>
              <a:t>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26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HIGH severity → Ambulance, hospital, police dispatched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20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20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Voice + AR guides Ravi through bleeding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</a:defRPr>
            </a:pPr>
            <a:r>
              <a:t>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1:10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Scene photos uploaded. ICE contacts notified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09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</a:defRPr>
            </a:pPr>
            <a:r>
              <a:t>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709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11:20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709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Ambulance arrives. ER pre-warned. Golden Hour intact.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LangGraph  ·  Llama 3.1  ·  FastAPI  ·  Whisper ASR  ·  PostgreSQL  ·  WhatsApp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Tech &amp; AI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PWA · WhatsApp · IVR · SMS · AR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AI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LangGraph Agent · RAG (WHO Protocols) · ASR/TTS · IndicTrans2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Hospitals · Ambulances · Police · Towing · Puncture Shops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PostgreSQL · pgvector · Redis · Celery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459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A5A5"/>
                </a:solidFill>
              </a:defRPr>
            </a:pPr>
            <a:r>
              <a:t>Why RAG, not free generation?</a:t>
            </a:r>
          </a:p>
          <a:p>
            <a:pPr algn="l">
              <a:defRPr sz="600" b="0">
                <a:solidFill>
                  <a:srgbClr val="94A3B8"/>
                </a:solidFill>
              </a:defRPr>
            </a:pPr>
          </a:p>
          <a:p>
            <a:pPr algn="l">
              <a:defRPr sz="1400" b="0">
                <a:solidFill>
                  <a:srgbClr val="94A3B8"/>
                </a:solidFill>
              </a:defRPr>
            </a:pPr>
            <a:r>
              <a:t>Medical hallucination is unacceptable. Every instruction grounded in vetted WHO + ATLS corpus.</a:t>
            </a:r>
          </a:p>
          <a:p>
            <a:pPr algn="l">
              <a:defRPr sz="600" b="0">
                <a:solidFill>
                  <a:srgbClr val="94A3B8"/>
                </a:solidFill>
              </a:defRPr>
            </a:pPr>
          </a:p>
          <a:p>
            <a:pPr algn="l">
              <a:defRPr sz="1400" b="1">
                <a:solidFill>
                  <a:srgbClr val="F59E0B"/>
                </a:solidFill>
              </a:defRPr>
            </a:pPr>
            <a:r>
              <a:t>Confidence &lt; 0.78 → human dispatcher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Open-weights LLM  ·  On-prem deploy  ·  Offline-first  ·  8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Impact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6A34A"/>
                </a:solidFill>
              </a:defRPr>
            </a:pPr>
            <a:r>
              <a:t>22–34%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projected mortality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Modelled against WHO trauma curves.</a:t>
            </a:r>
            <a:br/>
            <a:r>
              <a:t>If response time cut by 15 minutes</a:t>
            </a:r>
            <a:br/>
            <a:r>
              <a:t>on BIMSTEC highway corridors.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PWA MVP, WhatsApp bot, TN seed DB,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Pilot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2 highway corridors (NH-44, NH-66) with state 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Pilot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6 Indian states + Sri Lanka + Bhutan via BIMSTEC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Cross-BIMSTEC rollout, national 112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BBF24"/>
                </a:solidFill>
              </a:defRPr>
            </a:pPr>
            <a:r>
              <a:t>"Every minute matters.</a:t>
            </a:r>
            <a:br/>
            <a:r>
              <a:t>Let's give every road user a fighting chance."</a:t>
            </a:r>
          </a:p>
        </p:txBody>
      </p:sp>
      <p:pic>
        <p:nvPicPr>
          <p:cNvPr id="3" name="Picture 2" descr="qr-p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432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Try the PWA</a:t>
            </a:r>
          </a:p>
        </p:txBody>
      </p:sp>
      <p:pic>
        <p:nvPicPr>
          <p:cNvPr id="5" name="Picture 4" descr="qr-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74320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API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Team RoadSoS  ·  CoERS, IIT Madras  ·  RBG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Road Safety Hackathon 2026  ·  BIMSTEC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PWA: frontend-ten-gamma-78.vercel.app  |  API: rare-adventure-production-984a.up.railway.app/docs  |  Code: github.com/leonkaushikdeka/roadsos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